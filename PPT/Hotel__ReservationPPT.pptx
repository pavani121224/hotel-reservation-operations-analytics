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7" r:id="rId9"/>
    <p:sldId id="270" r:id="rId10"/>
    <p:sldId id="268" r:id="rId11"/>
    <p:sldId id="271" r:id="rId12"/>
    <p:sldId id="274" r:id="rId13"/>
    <p:sldId id="273" r:id="rId14"/>
    <p:sldId id="282" r:id="rId15"/>
    <p:sldId id="283" r:id="rId16"/>
    <p:sldId id="275" r:id="rId17"/>
    <p:sldId id="281" r:id="rId18"/>
    <p:sldId id="276" r:id="rId19"/>
    <p:sldId id="278" r:id="rId20"/>
    <p:sldId id="279" r:id="rId21"/>
    <p:sldId id="280" r:id="rId22"/>
    <p:sldId id="259" r:id="rId23"/>
  </p:sldIdLst>
  <p:sldSz cx="12192000" cy="6858000"/>
  <p:notesSz cx="6858000" cy="9144000"/>
  <p:embeddedFontLst>
    <p:embeddedFont>
      <p:font typeface="Georgia" panose="02040502050405020303" pitchFamily="18" charset="0"/>
      <p:regular r:id="rId25"/>
      <p:bold r:id="rId26"/>
      <p:italic r:id="rId27"/>
      <p:boldItalic r:id="rId28"/>
    </p:embeddedFont>
    <p:embeddedFont>
      <p:font typeface="Lato Black" panose="020F0502020204030203" pitchFamily="34" charset="0"/>
      <p:bold r:id="rId29"/>
      <p:boldItalic r:id="rId30"/>
    </p:embeddedFont>
    <p:embeddedFont>
      <p:font typeface="Libre Baskerville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E5BE07-34BA-4A77-BD2D-CFA7FD15A12C}" v="7" dt="2026-09-09T05:09:01.611"/>
    <p1510:client id="{298EB146-45A8-4877-A8D0-59F8D695D4F8}" v="76" dt="2026-09-08T09:36:04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avanya Buddamoni" userId="5ce30ea6565db255" providerId="LiveId" clId="{C9221278-B766-4F86-9600-31744567040D}"/>
    <pc:docChg chg="undo custSel addSld modSld sldOrd">
      <pc:chgData name="Shravanya Buddamoni" userId="5ce30ea6565db255" providerId="LiveId" clId="{C9221278-B766-4F86-9600-31744567040D}" dt="2026-09-09T05:15:14.408" v="144" actId="14100"/>
      <pc:docMkLst>
        <pc:docMk/>
      </pc:docMkLst>
      <pc:sldChg chg="modSp mod">
        <pc:chgData name="Shravanya Buddamoni" userId="5ce30ea6565db255" providerId="LiveId" clId="{C9221278-B766-4F86-9600-31744567040D}" dt="2026-09-09T05:07:10.175" v="121" actId="20577"/>
        <pc:sldMkLst>
          <pc:docMk/>
          <pc:sldMk cId="0" sldId="257"/>
        </pc:sldMkLst>
        <pc:spChg chg="mod">
          <ac:chgData name="Shravanya Buddamoni" userId="5ce30ea6565db255" providerId="LiveId" clId="{C9221278-B766-4F86-9600-31744567040D}" dt="2026-09-09T05:07:10.175" v="121" actId="20577"/>
          <ac:spMkLst>
            <pc:docMk/>
            <pc:sldMk cId="0" sldId="257"/>
            <ac:spMk id="104" creationId="{00000000-0000-0000-0000-000000000000}"/>
          </ac:spMkLst>
        </pc:spChg>
      </pc:sldChg>
      <pc:sldChg chg="modSp mod">
        <pc:chgData name="Shravanya Buddamoni" userId="5ce30ea6565db255" providerId="LiveId" clId="{C9221278-B766-4F86-9600-31744567040D}" dt="2026-09-09T05:08:11.758" v="123"/>
        <pc:sldMkLst>
          <pc:docMk/>
          <pc:sldMk cId="82824836" sldId="260"/>
        </pc:sldMkLst>
        <pc:spChg chg="mod">
          <ac:chgData name="Shravanya Buddamoni" userId="5ce30ea6565db255" providerId="LiveId" clId="{C9221278-B766-4F86-9600-31744567040D}" dt="2026-09-09T05:08:11.758" v="123"/>
          <ac:spMkLst>
            <pc:docMk/>
            <pc:sldMk cId="82824836" sldId="260"/>
            <ac:spMk id="3" creationId="{862F3762-5E90-FA0E-F518-60565A3C48D4}"/>
          </ac:spMkLst>
        </pc:spChg>
      </pc:sldChg>
      <pc:sldChg chg="modSp mod">
        <pc:chgData name="Shravanya Buddamoni" userId="5ce30ea6565db255" providerId="LiveId" clId="{C9221278-B766-4F86-9600-31744567040D}" dt="2026-09-09T05:09:13.927" v="126" actId="27636"/>
        <pc:sldMkLst>
          <pc:docMk/>
          <pc:sldMk cId="2231741254" sldId="262"/>
        </pc:sldMkLst>
        <pc:spChg chg="mod">
          <ac:chgData name="Shravanya Buddamoni" userId="5ce30ea6565db255" providerId="LiveId" clId="{C9221278-B766-4F86-9600-31744567040D}" dt="2026-09-09T05:09:13.927" v="126" actId="27636"/>
          <ac:spMkLst>
            <pc:docMk/>
            <pc:sldMk cId="2231741254" sldId="262"/>
            <ac:spMk id="3" creationId="{CAE61568-AE88-1030-FBC4-D554FB7E687B}"/>
          </ac:spMkLst>
        </pc:spChg>
      </pc:sldChg>
      <pc:sldChg chg="addSp delSp modSp mod">
        <pc:chgData name="Shravanya Buddamoni" userId="5ce30ea6565db255" providerId="LiveId" clId="{C9221278-B766-4F86-9600-31744567040D}" dt="2026-09-09T05:11:47.406" v="130" actId="14100"/>
        <pc:sldMkLst>
          <pc:docMk/>
          <pc:sldMk cId="1032893350" sldId="263"/>
        </pc:sldMkLst>
        <pc:picChg chg="add mod">
          <ac:chgData name="Shravanya Buddamoni" userId="5ce30ea6565db255" providerId="LiveId" clId="{C9221278-B766-4F86-9600-31744567040D}" dt="2026-09-09T05:11:47.406" v="130" actId="14100"/>
          <ac:picMkLst>
            <pc:docMk/>
            <pc:sldMk cId="1032893350" sldId="263"/>
            <ac:picMk id="5" creationId="{9431B75C-367C-224A-8C87-41096443B216}"/>
          </ac:picMkLst>
        </pc:picChg>
        <pc:picChg chg="del">
          <ac:chgData name="Shravanya Buddamoni" userId="5ce30ea6565db255" providerId="LiveId" clId="{C9221278-B766-4F86-9600-31744567040D}" dt="2026-09-09T05:11:32.371" v="127" actId="478"/>
          <ac:picMkLst>
            <pc:docMk/>
            <pc:sldMk cId="1032893350" sldId="263"/>
            <ac:picMk id="10" creationId="{39712ADD-584B-413E-071D-8CED3B7A13DD}"/>
          </ac:picMkLst>
        </pc:picChg>
      </pc:sldChg>
      <pc:sldChg chg="modSp mod">
        <pc:chgData name="Shravanya Buddamoni" userId="5ce30ea6565db255" providerId="LiveId" clId="{C9221278-B766-4F86-9600-31744567040D}" dt="2026-09-09T04:10:06.319" v="7" actId="1036"/>
        <pc:sldMkLst>
          <pc:docMk/>
          <pc:sldMk cId="3267388771" sldId="271"/>
        </pc:sldMkLst>
        <pc:picChg chg="mod">
          <ac:chgData name="Shravanya Buddamoni" userId="5ce30ea6565db255" providerId="LiveId" clId="{C9221278-B766-4F86-9600-31744567040D}" dt="2026-09-09T04:10:06.319" v="7" actId="1036"/>
          <ac:picMkLst>
            <pc:docMk/>
            <pc:sldMk cId="3267388771" sldId="271"/>
            <ac:picMk id="10" creationId="{307D0CE4-BA4F-D25A-4F2D-2B2F8188F366}"/>
          </ac:picMkLst>
        </pc:picChg>
      </pc:sldChg>
      <pc:sldChg chg="addSp delSp modSp mod ord">
        <pc:chgData name="Shravanya Buddamoni" userId="5ce30ea6565db255" providerId="LiveId" clId="{C9221278-B766-4F86-9600-31744567040D}" dt="2026-09-09T04:31:45.821" v="91"/>
        <pc:sldMkLst>
          <pc:docMk/>
          <pc:sldMk cId="59015418" sldId="273"/>
        </pc:sldMkLst>
        <pc:picChg chg="del">
          <ac:chgData name="Shravanya Buddamoni" userId="5ce30ea6565db255" providerId="LiveId" clId="{C9221278-B766-4F86-9600-31744567040D}" dt="2026-09-09T04:31:00.639" v="86" actId="478"/>
          <ac:picMkLst>
            <pc:docMk/>
            <pc:sldMk cId="59015418" sldId="273"/>
            <ac:picMk id="3" creationId="{E0B030F3-8A34-8658-27B8-FB353280CD96}"/>
          </ac:picMkLst>
        </pc:picChg>
        <pc:picChg chg="add mod">
          <ac:chgData name="Shravanya Buddamoni" userId="5ce30ea6565db255" providerId="LiveId" clId="{C9221278-B766-4F86-9600-31744567040D}" dt="2026-09-09T04:31:13.441" v="89" actId="14100"/>
          <ac:picMkLst>
            <pc:docMk/>
            <pc:sldMk cId="59015418" sldId="273"/>
            <ac:picMk id="4" creationId="{0FC057CD-DBCE-0F68-D9B8-F9884979DB93}"/>
          </ac:picMkLst>
        </pc:picChg>
        <pc:picChg chg="del">
          <ac:chgData name="Shravanya Buddamoni" userId="5ce30ea6565db255" providerId="LiveId" clId="{C9221278-B766-4F86-9600-31744567040D}" dt="2026-09-09T04:31:02.920" v="87" actId="478"/>
          <ac:picMkLst>
            <pc:docMk/>
            <pc:sldMk cId="59015418" sldId="273"/>
            <ac:picMk id="5" creationId="{FD4B61E4-A46E-162E-EC42-B1EE103A2B5D}"/>
          </ac:picMkLst>
        </pc:picChg>
      </pc:sldChg>
      <pc:sldChg chg="addSp delSp modSp mod">
        <pc:chgData name="Shravanya Buddamoni" userId="5ce30ea6565db255" providerId="LiveId" clId="{C9221278-B766-4F86-9600-31744567040D}" dt="2026-09-09T04:26:16.358" v="85" actId="14100"/>
        <pc:sldMkLst>
          <pc:docMk/>
          <pc:sldMk cId="97773142" sldId="274"/>
        </pc:sldMkLst>
        <pc:spChg chg="mod">
          <ac:chgData name="Shravanya Buddamoni" userId="5ce30ea6565db255" providerId="LiveId" clId="{C9221278-B766-4F86-9600-31744567040D}" dt="2026-09-09T04:10:35.651" v="12" actId="14100"/>
          <ac:spMkLst>
            <pc:docMk/>
            <pc:sldMk cId="97773142" sldId="274"/>
            <ac:spMk id="3" creationId="{0D3272F5-AD01-1F1F-81CE-72FE3C9B4247}"/>
          </ac:spMkLst>
        </pc:spChg>
        <pc:picChg chg="add del">
          <ac:chgData name="Shravanya Buddamoni" userId="5ce30ea6565db255" providerId="LiveId" clId="{C9221278-B766-4F86-9600-31744567040D}" dt="2026-09-09T04:08:56.035" v="2" actId="22"/>
          <ac:picMkLst>
            <pc:docMk/>
            <pc:sldMk cId="97773142" sldId="274"/>
            <ac:picMk id="5" creationId="{620CE77D-AF3C-FADD-1C6A-A7965D34B704}"/>
          </ac:picMkLst>
        </pc:picChg>
        <pc:picChg chg="del">
          <ac:chgData name="Shravanya Buddamoni" userId="5ce30ea6565db255" providerId="LiveId" clId="{C9221278-B766-4F86-9600-31744567040D}" dt="2026-09-09T04:08:46.249" v="0" actId="21"/>
          <ac:picMkLst>
            <pc:docMk/>
            <pc:sldMk cId="97773142" sldId="274"/>
            <ac:picMk id="6" creationId="{61A72599-73C1-4DF4-87E9-11F8D6D66E03}"/>
          </ac:picMkLst>
        </pc:picChg>
        <pc:picChg chg="add del mod">
          <ac:chgData name="Shravanya Buddamoni" userId="5ce30ea6565db255" providerId="LiveId" clId="{C9221278-B766-4F86-9600-31744567040D}" dt="2026-09-09T04:10:18.469" v="8" actId="478"/>
          <ac:picMkLst>
            <pc:docMk/>
            <pc:sldMk cId="97773142" sldId="274"/>
            <ac:picMk id="8" creationId="{40B144C2-ECAA-F44D-120D-111B0A0770B8}"/>
          </ac:picMkLst>
        </pc:picChg>
        <pc:picChg chg="del">
          <ac:chgData name="Shravanya Buddamoni" userId="5ce30ea6565db255" providerId="LiveId" clId="{C9221278-B766-4F86-9600-31744567040D}" dt="2026-09-09T04:14:47.636" v="41" actId="478"/>
          <ac:picMkLst>
            <pc:docMk/>
            <pc:sldMk cId="97773142" sldId="274"/>
            <ac:picMk id="10" creationId="{0EA6C96C-EFA0-999E-A381-F35109EC752F}"/>
          </ac:picMkLst>
        </pc:picChg>
        <pc:picChg chg="add del mod">
          <ac:chgData name="Shravanya Buddamoni" userId="5ce30ea6565db255" providerId="LiveId" clId="{C9221278-B766-4F86-9600-31744567040D}" dt="2026-09-09T04:11:51.954" v="17" actId="478"/>
          <ac:picMkLst>
            <pc:docMk/>
            <pc:sldMk cId="97773142" sldId="274"/>
            <ac:picMk id="11" creationId="{0FE97E42-63F8-79BE-95A0-EF2122815E51}"/>
          </ac:picMkLst>
        </pc:picChg>
        <pc:picChg chg="del">
          <ac:chgData name="Shravanya Buddamoni" userId="5ce30ea6565db255" providerId="LiveId" clId="{C9221278-B766-4F86-9600-31744567040D}" dt="2026-09-09T04:14:49.771" v="42" actId="478"/>
          <ac:picMkLst>
            <pc:docMk/>
            <pc:sldMk cId="97773142" sldId="274"/>
            <ac:picMk id="12" creationId="{63698ADF-1089-A822-56F9-937CB2724230}"/>
          </ac:picMkLst>
        </pc:picChg>
        <pc:picChg chg="del">
          <ac:chgData name="Shravanya Buddamoni" userId="5ce30ea6565db255" providerId="LiveId" clId="{C9221278-B766-4F86-9600-31744567040D}" dt="2026-09-09T04:13:08.220" v="23" actId="478"/>
          <ac:picMkLst>
            <pc:docMk/>
            <pc:sldMk cId="97773142" sldId="274"/>
            <ac:picMk id="14" creationId="{6BC2CDE8-A11B-B935-6848-38FB1CB2DBBA}"/>
          </ac:picMkLst>
        </pc:picChg>
        <pc:picChg chg="add mod">
          <ac:chgData name="Shravanya Buddamoni" userId="5ce30ea6565db255" providerId="LiveId" clId="{C9221278-B766-4F86-9600-31744567040D}" dt="2026-09-09T04:20:50.257" v="54" actId="14100"/>
          <ac:picMkLst>
            <pc:docMk/>
            <pc:sldMk cId="97773142" sldId="274"/>
            <ac:picMk id="15" creationId="{69F39486-9BEF-A5F9-F33A-2E1000FB296F}"/>
          </ac:picMkLst>
        </pc:picChg>
        <pc:picChg chg="del">
          <ac:chgData name="Shravanya Buddamoni" userId="5ce30ea6565db255" providerId="LiveId" clId="{C9221278-B766-4F86-9600-31744567040D}" dt="2026-09-09T04:14:45.322" v="40" actId="478"/>
          <ac:picMkLst>
            <pc:docMk/>
            <pc:sldMk cId="97773142" sldId="274"/>
            <ac:picMk id="16" creationId="{20457666-64A8-9C80-D3EC-61FD43D603C5}"/>
          </ac:picMkLst>
        </pc:picChg>
        <pc:picChg chg="add mod">
          <ac:chgData name="Shravanya Buddamoni" userId="5ce30ea6565db255" providerId="LiveId" clId="{C9221278-B766-4F86-9600-31744567040D}" dt="2026-09-09T04:20:52.237" v="55" actId="1076"/>
          <ac:picMkLst>
            <pc:docMk/>
            <pc:sldMk cId="97773142" sldId="274"/>
            <ac:picMk id="18" creationId="{D1913BEA-6840-3416-B416-1CC43DF75EAA}"/>
          </ac:picMkLst>
        </pc:picChg>
        <pc:picChg chg="add del mod">
          <ac:chgData name="Shravanya Buddamoni" userId="5ce30ea6565db255" providerId="LiveId" clId="{C9221278-B766-4F86-9600-31744567040D}" dt="2026-09-09T04:19:27.892" v="49" actId="478"/>
          <ac:picMkLst>
            <pc:docMk/>
            <pc:sldMk cId="97773142" sldId="274"/>
            <ac:picMk id="20" creationId="{E782E854-B90B-FD15-4A88-7DC614B2339A}"/>
          </ac:picMkLst>
        </pc:picChg>
        <pc:picChg chg="add del mod">
          <ac:chgData name="Shravanya Buddamoni" userId="5ce30ea6565db255" providerId="LiveId" clId="{C9221278-B766-4F86-9600-31744567040D}" dt="2026-09-09T04:26:01.753" v="80" actId="478"/>
          <ac:picMkLst>
            <pc:docMk/>
            <pc:sldMk cId="97773142" sldId="274"/>
            <ac:picMk id="22" creationId="{E06E0A0D-08A2-61B9-722B-3B68B68DB1BD}"/>
          </ac:picMkLst>
        </pc:picChg>
        <pc:picChg chg="add mod">
          <ac:chgData name="Shravanya Buddamoni" userId="5ce30ea6565db255" providerId="LiveId" clId="{C9221278-B766-4F86-9600-31744567040D}" dt="2026-09-09T04:21:40.472" v="63" actId="1076"/>
          <ac:picMkLst>
            <pc:docMk/>
            <pc:sldMk cId="97773142" sldId="274"/>
            <ac:picMk id="24" creationId="{31DB3CB0-0C03-0469-57CF-C503F53CCE3A}"/>
          </ac:picMkLst>
        </pc:picChg>
        <pc:picChg chg="add mod">
          <ac:chgData name="Shravanya Buddamoni" userId="5ce30ea6565db255" providerId="LiveId" clId="{C9221278-B766-4F86-9600-31744567040D}" dt="2026-09-09T04:26:16.358" v="85" actId="14100"/>
          <ac:picMkLst>
            <pc:docMk/>
            <pc:sldMk cId="97773142" sldId="274"/>
            <ac:picMk id="26" creationId="{497EFACD-B71C-5053-17C4-61F2B95CB197}"/>
          </ac:picMkLst>
        </pc:picChg>
      </pc:sldChg>
      <pc:sldChg chg="modSp mod">
        <pc:chgData name="Shravanya Buddamoni" userId="5ce30ea6565db255" providerId="LiveId" clId="{C9221278-B766-4F86-9600-31744567040D}" dt="2026-09-09T05:03:34.535" v="105" actId="1076"/>
        <pc:sldMkLst>
          <pc:docMk/>
          <pc:sldMk cId="1625582494" sldId="275"/>
        </pc:sldMkLst>
        <pc:picChg chg="mod">
          <ac:chgData name="Shravanya Buddamoni" userId="5ce30ea6565db255" providerId="LiveId" clId="{C9221278-B766-4F86-9600-31744567040D}" dt="2026-09-09T05:03:34.535" v="105" actId="1076"/>
          <ac:picMkLst>
            <pc:docMk/>
            <pc:sldMk cId="1625582494" sldId="275"/>
            <ac:picMk id="10" creationId="{40B84008-9503-EA58-6EE9-0FC75C3AC5BD}"/>
          </ac:picMkLst>
        </pc:picChg>
      </pc:sldChg>
      <pc:sldChg chg="addSp delSp modSp mod">
        <pc:chgData name="Shravanya Buddamoni" userId="5ce30ea6565db255" providerId="LiveId" clId="{C9221278-B766-4F86-9600-31744567040D}" dt="2026-09-09T05:15:14.408" v="144" actId="14100"/>
        <pc:sldMkLst>
          <pc:docMk/>
          <pc:sldMk cId="4213128262" sldId="281"/>
        </pc:sldMkLst>
        <pc:spChg chg="mod">
          <ac:chgData name="Shravanya Buddamoni" userId="5ce30ea6565db255" providerId="LiveId" clId="{C9221278-B766-4F86-9600-31744567040D}" dt="2026-09-09T05:14:47.487" v="139" actId="14100"/>
          <ac:spMkLst>
            <pc:docMk/>
            <pc:sldMk cId="4213128262" sldId="281"/>
            <ac:spMk id="2" creationId="{5115E573-B01E-8699-3950-A77C147BB4D3}"/>
          </ac:spMkLst>
        </pc:spChg>
        <pc:graphicFrameChg chg="del">
          <ac:chgData name="Shravanya Buddamoni" userId="5ce30ea6565db255" providerId="LiveId" clId="{C9221278-B766-4F86-9600-31744567040D}" dt="2026-09-09T05:14:24.156" v="131" actId="478"/>
          <ac:graphicFrameMkLst>
            <pc:docMk/>
            <pc:sldMk cId="4213128262" sldId="281"/>
            <ac:graphicFrameMk id="3" creationId="{786AA06E-D3D2-C42D-2C82-8448ED6D55A5}"/>
          </ac:graphicFrameMkLst>
        </pc:graphicFrameChg>
        <pc:picChg chg="add mod">
          <ac:chgData name="Shravanya Buddamoni" userId="5ce30ea6565db255" providerId="LiveId" clId="{C9221278-B766-4F86-9600-31744567040D}" dt="2026-09-09T05:15:14.408" v="144" actId="14100"/>
          <ac:picMkLst>
            <pc:docMk/>
            <pc:sldMk cId="4213128262" sldId="281"/>
            <ac:picMk id="5" creationId="{501D2914-ED88-FEC9-75B7-CD08E66AD170}"/>
          </ac:picMkLst>
        </pc:picChg>
      </pc:sldChg>
      <pc:sldChg chg="addSp delSp modSp new mod modClrScheme chgLayout">
        <pc:chgData name="Shravanya Buddamoni" userId="5ce30ea6565db255" providerId="LiveId" clId="{C9221278-B766-4F86-9600-31744567040D}" dt="2026-09-09T04:24:55.089" v="79" actId="14100"/>
        <pc:sldMkLst>
          <pc:docMk/>
          <pc:sldMk cId="2289114955" sldId="282"/>
        </pc:sldMkLst>
        <pc:spChg chg="del mod ord">
          <ac:chgData name="Shravanya Buddamoni" userId="5ce30ea6565db255" providerId="LiveId" clId="{C9221278-B766-4F86-9600-31744567040D}" dt="2026-09-09T04:22:17.208" v="65" actId="700"/>
          <ac:spMkLst>
            <pc:docMk/>
            <pc:sldMk cId="2289114955" sldId="282"/>
            <ac:spMk id="2" creationId="{F7EC580A-CA38-1D48-877B-2AA9797E0020}"/>
          </ac:spMkLst>
        </pc:spChg>
        <pc:spChg chg="del mod ord">
          <ac:chgData name="Shravanya Buddamoni" userId="5ce30ea6565db255" providerId="LiveId" clId="{C9221278-B766-4F86-9600-31744567040D}" dt="2026-09-09T04:22:17.208" v="65" actId="700"/>
          <ac:spMkLst>
            <pc:docMk/>
            <pc:sldMk cId="2289114955" sldId="282"/>
            <ac:spMk id="3" creationId="{B86B2693-E682-C3FF-3EFE-6E8EE52F25B0}"/>
          </ac:spMkLst>
        </pc:spChg>
        <pc:spChg chg="add mod ord">
          <ac:chgData name="Shravanya Buddamoni" userId="5ce30ea6565db255" providerId="LiveId" clId="{C9221278-B766-4F86-9600-31744567040D}" dt="2026-09-09T04:22:17.208" v="65" actId="700"/>
          <ac:spMkLst>
            <pc:docMk/>
            <pc:sldMk cId="2289114955" sldId="282"/>
            <ac:spMk id="4" creationId="{CA056A5D-FDF5-EAAE-B65E-58A9D0A7E261}"/>
          </ac:spMkLst>
        </pc:spChg>
        <pc:spChg chg="add mod ord">
          <ac:chgData name="Shravanya Buddamoni" userId="5ce30ea6565db255" providerId="LiveId" clId="{C9221278-B766-4F86-9600-31744567040D}" dt="2026-09-09T04:22:40.671" v="68" actId="14100"/>
          <ac:spMkLst>
            <pc:docMk/>
            <pc:sldMk cId="2289114955" sldId="282"/>
            <ac:spMk id="5" creationId="{FAB76ABC-0BDF-78B6-0B7E-0B286C34BE40}"/>
          </ac:spMkLst>
        </pc:spChg>
        <pc:spChg chg="add mod ord">
          <ac:chgData name="Shravanya Buddamoni" userId="5ce30ea6565db255" providerId="LiveId" clId="{C9221278-B766-4F86-9600-31744567040D}" dt="2026-09-09T04:22:34.214" v="67" actId="14100"/>
          <ac:spMkLst>
            <pc:docMk/>
            <pc:sldMk cId="2289114955" sldId="282"/>
            <ac:spMk id="6" creationId="{029880B1-2B11-D8B8-C5E7-3F9E15B37936}"/>
          </ac:spMkLst>
        </pc:spChg>
        <pc:picChg chg="add mod">
          <ac:chgData name="Shravanya Buddamoni" userId="5ce30ea6565db255" providerId="LiveId" clId="{C9221278-B766-4F86-9600-31744567040D}" dt="2026-09-09T04:24:51.365" v="78" actId="14100"/>
          <ac:picMkLst>
            <pc:docMk/>
            <pc:sldMk cId="2289114955" sldId="282"/>
            <ac:picMk id="8" creationId="{1E1C520F-3054-447C-C509-3907B49A2E62}"/>
          </ac:picMkLst>
        </pc:picChg>
        <pc:picChg chg="add mod">
          <ac:chgData name="Shravanya Buddamoni" userId="5ce30ea6565db255" providerId="LiveId" clId="{C9221278-B766-4F86-9600-31744567040D}" dt="2026-09-09T04:24:55.089" v="79" actId="14100"/>
          <ac:picMkLst>
            <pc:docMk/>
            <pc:sldMk cId="2289114955" sldId="282"/>
            <ac:picMk id="10" creationId="{1E662122-69F0-F042-D45A-4F7D77F383A5}"/>
          </ac:picMkLst>
        </pc:picChg>
      </pc:sldChg>
      <pc:sldChg chg="addSp delSp modSp new mod">
        <pc:chgData name="Shravanya Buddamoni" userId="5ce30ea6565db255" providerId="LiveId" clId="{C9221278-B766-4F86-9600-31744567040D}" dt="2026-09-09T04:58:34.902" v="103" actId="14100"/>
        <pc:sldMkLst>
          <pc:docMk/>
          <pc:sldMk cId="2720451854" sldId="283"/>
        </pc:sldMkLst>
        <pc:picChg chg="add del mod">
          <ac:chgData name="Shravanya Buddamoni" userId="5ce30ea6565db255" providerId="LiveId" clId="{C9221278-B766-4F86-9600-31744567040D}" dt="2026-09-09T04:58:00.540" v="98" actId="478"/>
          <ac:picMkLst>
            <pc:docMk/>
            <pc:sldMk cId="2720451854" sldId="283"/>
            <ac:picMk id="3" creationId="{F45151F1-0349-FFFA-885B-F688491FCF30}"/>
          </ac:picMkLst>
        </pc:picChg>
        <pc:picChg chg="add mod">
          <ac:chgData name="Shravanya Buddamoni" userId="5ce30ea6565db255" providerId="LiveId" clId="{C9221278-B766-4F86-9600-31744567040D}" dt="2026-09-09T04:58:34.902" v="103" actId="14100"/>
          <ac:picMkLst>
            <pc:docMk/>
            <pc:sldMk cId="2720451854" sldId="283"/>
            <ac:picMk id="5" creationId="{7D9DC8D3-BB37-ABA6-3CE8-8AF7485E29B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IN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433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IN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0147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vani12122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10" y="17418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892157"/>
            <a:ext cx="724618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r>
              <a:rPr lang="en-IN" sz="2400" b="0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 </a:t>
            </a:r>
          </a:p>
          <a:p>
            <a:pPr algn="ctr">
              <a:buSzPts val="1800"/>
            </a:pPr>
            <a:r>
              <a:rPr lang="en-IN" sz="2400" b="1" dirty="0">
                <a:latin typeface="Georgia" panose="02040502050405020303" pitchFamily="18" charset="0"/>
              </a:rPr>
              <a:t>Hotel Reservation Operations Analytics</a:t>
            </a:r>
            <a:r>
              <a:rPr lang="en-IN" sz="2400" dirty="0">
                <a:latin typeface="Georgia" panose="02040502050405020303" pitchFamily="18" charset="0"/>
              </a:rPr>
              <a:t> </a:t>
            </a:r>
          </a:p>
          <a:p>
            <a:pPr lvl="0" algn="ctr">
              <a:buSzPts val="1800"/>
            </a:pPr>
            <a:endParaRPr sz="2400" b="0" i="0" u="none" strike="noStrike" cap="non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310243" y="979231"/>
            <a:ext cx="11571514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b="1" dirty="0" err="1"/>
              <a:t>B.Tech</a:t>
            </a:r>
            <a:r>
              <a:rPr lang="en-IN" sz="2400" b="1" dirty="0"/>
              <a:t> graduate (2025) with a strong interest in Data Analytics and Data Science.</a:t>
            </a:r>
          </a:p>
          <a:p>
            <a:endParaRPr lang="en-IN" sz="2400" dirty="0"/>
          </a:p>
          <a:p>
            <a:r>
              <a:rPr lang="en-IN" sz="2400" b="1" dirty="0"/>
              <a:t>Skilled in SQL and Python, with hands-on experience in data cleaning, exploratory analysis, and visualization.</a:t>
            </a:r>
          </a:p>
          <a:p>
            <a:endParaRPr lang="en-IN" sz="2400" dirty="0"/>
          </a:p>
          <a:p>
            <a:r>
              <a:rPr lang="en-IN" sz="2400" b="1" dirty="0"/>
              <a:t>This project focuses on </a:t>
            </a:r>
            <a:r>
              <a:rPr lang="en-IN" sz="2400" b="1" dirty="0" err="1"/>
              <a:t>analyzing</a:t>
            </a:r>
            <a:r>
              <a:rPr lang="en-IN" sz="2400" b="1" dirty="0"/>
              <a:t> hotel reservation data to identify meaningful trends, patterns, and business opportunities using SQL.</a:t>
            </a:r>
          </a:p>
          <a:p>
            <a:endParaRPr lang="en-IN" sz="2400" dirty="0"/>
          </a:p>
          <a:p>
            <a:r>
              <a:rPr lang="en-IN" sz="2400" b="1" dirty="0"/>
              <a:t>Career goal: Build a career in Data Analytics/Data Science by solving real-world business problems through data-driven insights.</a:t>
            </a:r>
            <a:endParaRPr lang="en-IN" sz="2400"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LinkedIn Profile URLs :</a:t>
            </a: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Profile URLs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N" b="1" dirty="0">
                <a:hlinkClick r:id="rId3"/>
              </a:rPr>
              <a:t>github.com/pavani121224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732343" y="394496"/>
            <a:ext cx="781294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</a:t>
            </a:r>
            <a:endParaRPr sz="40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684879" y="18250"/>
            <a:ext cx="11039695" cy="106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4000" b="1" dirty="0">
                <a:solidFill>
                  <a:srgbClr val="FF0000"/>
                </a:solidFill>
              </a:rPr>
              <a:t>Table of contents </a:t>
            </a:r>
            <a:endParaRPr sz="4000"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158240"/>
            <a:ext cx="10515600" cy="51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1634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Project Overview</a:t>
            </a:r>
            <a:b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Business Scenario</a:t>
            </a:r>
            <a:b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Business Objectives</a:t>
            </a:r>
            <a:b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Dataset &amp; Database Overview</a:t>
            </a:r>
            <a:b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ER Diagram &amp; Database Structure</a:t>
            </a:r>
            <a:b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Analysis of the Objectives</a:t>
            </a:r>
            <a:b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Overall Key Findings</a:t>
            </a:r>
            <a:b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Business Recommendations</a:t>
            </a:r>
            <a:b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Conclusion</a:t>
            </a:r>
            <a:b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Q&amp;A</a:t>
            </a:r>
            <a:endParaRPr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F4276-05C3-E4D5-6D26-86E11625F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Project Overview</a:t>
            </a: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F3762-5E90-FA0E-F518-60565A3C4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/>
          </a:bodyPr>
          <a:lstStyle/>
          <a:p>
            <a:pPr lvl="0"/>
            <a:r>
              <a:rPr lang="en-US" sz="2400" b="1" u="sng" dirty="0">
                <a:solidFill>
                  <a:schemeClr val="tx1"/>
                </a:solidFill>
              </a:rPr>
              <a:t> </a:t>
            </a:r>
            <a:r>
              <a:rPr lang="en-IN" sz="2400" b="1" dirty="0"/>
              <a:t>Business Domain:</a:t>
            </a:r>
            <a:r>
              <a:rPr lang="en-IN" sz="2400" dirty="0"/>
              <a:t> Hotel reservation, booking, and stay management. </a:t>
            </a:r>
          </a:p>
          <a:p>
            <a:pPr lvl="0"/>
            <a:r>
              <a:rPr lang="en-IN" sz="2400" b="1" dirty="0"/>
              <a:t>Project Goal:</a:t>
            </a:r>
            <a:r>
              <a:rPr lang="en-IN" sz="2400" dirty="0"/>
              <a:t> </a:t>
            </a:r>
            <a:r>
              <a:rPr lang="en-IN" sz="2400" dirty="0" err="1"/>
              <a:t>Analyze</a:t>
            </a:r>
            <a:r>
              <a:rPr lang="en-IN" sz="2400" dirty="0"/>
              <a:t> booking patterns, guest </a:t>
            </a:r>
            <a:r>
              <a:rPr lang="en-IN" sz="2400" dirty="0" err="1"/>
              <a:t>behavior</a:t>
            </a:r>
            <a:r>
              <a:rPr lang="en-IN" sz="2400" dirty="0"/>
              <a:t>, stay outcomes, and hotel operations to identify areas for improvement. </a:t>
            </a:r>
          </a:p>
          <a:p>
            <a:pPr lvl="0"/>
            <a:r>
              <a:rPr lang="en-IN" sz="2400" b="1" dirty="0"/>
              <a:t>Approach:</a:t>
            </a:r>
            <a:r>
              <a:rPr lang="en-IN" sz="2400" dirty="0"/>
              <a:t> Work with six relational datasets in MySQL, use SQL queries to answer key business questions, and </a:t>
            </a:r>
            <a:r>
              <a:rPr lang="en-IN" sz="2400" dirty="0" err="1"/>
              <a:t>analyze</a:t>
            </a:r>
            <a:r>
              <a:rPr lang="en-IN" sz="2400" dirty="0"/>
              <a:t> the results. </a:t>
            </a:r>
          </a:p>
          <a:p>
            <a:pPr lvl="0"/>
            <a:r>
              <a:rPr lang="en-IN" sz="2400" b="1" dirty="0"/>
              <a:t>Key Outcome:</a:t>
            </a:r>
            <a:r>
              <a:rPr lang="en-IN" sz="2400" dirty="0"/>
              <a:t> Generate data-driven insights to support better demand forecasting, guest satisfaction, revenue management, and operational efficiency.</a:t>
            </a:r>
          </a:p>
          <a:p>
            <a:pPr>
              <a:spcAft>
                <a:spcPts val="900"/>
              </a:spcAft>
              <a:defRPr sz="1800">
                <a:solidFill>
                  <a:srgbClr val="282828"/>
                </a:solidFill>
              </a:defRPr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24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EB962-B817-EFA2-C990-809A99967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183" y="139337"/>
            <a:ext cx="10761617" cy="1193073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Business Scenario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7D86F-B0BF-DB28-21BE-8B78CAA7E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97280"/>
            <a:ext cx="10515600" cy="5303520"/>
          </a:xfrm>
        </p:spPr>
        <p:txBody>
          <a:bodyPr/>
          <a:lstStyle/>
          <a:p>
            <a:pPr>
              <a:spcAft>
                <a:spcPts val="900"/>
              </a:spcAft>
              <a:defRPr sz="1800">
                <a:solidFill>
                  <a:srgbClr val="282828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StayPoint Hospitality operates hotels across multiple cities with different room types.</a:t>
            </a:r>
          </a:p>
          <a:p>
            <a:pPr>
              <a:spcAft>
                <a:spcPts val="900"/>
              </a:spcAft>
              <a:defRPr sz="1800">
                <a:solidFill>
                  <a:srgbClr val="282828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Bookings are generated through multiple channels and contain requested room type, nights and booking value.</a:t>
            </a:r>
          </a:p>
          <a:p>
            <a:pPr>
              <a:spcAft>
                <a:spcPts val="900"/>
              </a:spcAft>
              <a:defRPr sz="1800">
                <a:solidFill>
                  <a:srgbClr val="282828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Stays connect bookings with rooms and staff and record outcomes, service requests and duration.</a:t>
            </a:r>
          </a:p>
          <a:p>
            <a:pPr>
              <a:spcAft>
                <a:spcPts val="900"/>
              </a:spcAft>
              <a:defRPr sz="1800">
                <a:solidFill>
                  <a:srgbClr val="282828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Management needs visibility into demand, guest activity, stay outcomes and operational issues.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6731CA-E4C0-5059-CA5D-DBAF096C9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03" y="4598126"/>
            <a:ext cx="9183188" cy="174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758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84450-AFE5-2081-40EC-AEF2C0F44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349" y="365126"/>
            <a:ext cx="10796451" cy="1263378"/>
          </a:xfrm>
        </p:spPr>
        <p:txBody>
          <a:bodyPr/>
          <a:lstStyle/>
          <a:p>
            <a:r>
              <a:rPr lang="en-IN" sz="4000" b="1" dirty="0">
                <a:solidFill>
                  <a:srgbClr val="FF0000"/>
                </a:solidFill>
              </a:rPr>
              <a:t>Business Objectives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61568-AE88-1030-FBC4-D554FB7E6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1" y="1079864"/>
            <a:ext cx="11504022" cy="5094514"/>
          </a:xfrm>
        </p:spPr>
        <p:txBody>
          <a:bodyPr>
            <a:normAutofit/>
          </a:bodyPr>
          <a:lstStyle/>
          <a:p>
            <a:r>
              <a:rPr lang="en-IN" sz="2400" b="1" dirty="0"/>
              <a:t>1. </a:t>
            </a:r>
            <a:r>
              <a:rPr lang="en-IN" sz="2400" b="1" dirty="0" err="1"/>
              <a:t>Analyze</a:t>
            </a:r>
            <a:r>
              <a:rPr lang="en-IN" sz="2400" b="1" dirty="0"/>
              <a:t> Booking Trends</a:t>
            </a:r>
            <a:br>
              <a:rPr lang="en-IN" sz="2400" dirty="0"/>
            </a:br>
            <a:r>
              <a:rPr lang="en-IN" sz="2400" dirty="0"/>
              <a:t>Identify high-demand hotels, preferred booking channels, and popular room types.</a:t>
            </a:r>
          </a:p>
          <a:p>
            <a:r>
              <a:rPr lang="en-IN" sz="2400" b="1" dirty="0"/>
              <a:t>2. Study Guest Patterns</a:t>
            </a:r>
            <a:br>
              <a:rPr lang="en-IN" sz="2400" dirty="0"/>
            </a:br>
            <a:r>
              <a:rPr lang="en-IN" sz="2400" dirty="0" err="1"/>
              <a:t>Analyze</a:t>
            </a:r>
            <a:r>
              <a:rPr lang="en-IN" sz="2400" dirty="0"/>
              <a:t> guest booking </a:t>
            </a:r>
            <a:r>
              <a:rPr lang="en-IN" sz="2400" dirty="0" err="1"/>
              <a:t>behavior</a:t>
            </a:r>
            <a:r>
              <a:rPr lang="en-IN" sz="2400" dirty="0"/>
              <a:t>, repeat visits, and booking value.</a:t>
            </a:r>
          </a:p>
          <a:p>
            <a:r>
              <a:rPr lang="en-IN" sz="2400" b="1" dirty="0"/>
              <a:t>3. Evaluate Stay Performance</a:t>
            </a:r>
            <a:br>
              <a:rPr lang="en-IN" sz="2400" dirty="0"/>
            </a:br>
            <a:r>
              <a:rPr lang="en-IN" sz="2400" dirty="0"/>
              <a:t>Measure stay duration, stay outcomes, and guest service requests.</a:t>
            </a:r>
          </a:p>
          <a:p>
            <a:r>
              <a:rPr lang="en-IN" sz="2400" b="1" dirty="0"/>
              <a:t>4. Assess Resource Utilization</a:t>
            </a:r>
            <a:br>
              <a:rPr lang="en-IN" sz="2400" dirty="0"/>
            </a:br>
            <a:r>
              <a:rPr lang="en-IN" sz="2400" dirty="0"/>
              <a:t>Examine staff workload and room-type utilization across the hotel.</a:t>
            </a:r>
          </a:p>
          <a:p>
            <a:r>
              <a:rPr lang="en-IN" sz="2400" b="1" dirty="0"/>
              <a:t>5. Detect Booking Issues</a:t>
            </a:r>
            <a:br>
              <a:rPr lang="en-IN" sz="2400" dirty="0"/>
            </a:br>
            <a:r>
              <a:rPr lang="en-IN" sz="2400" dirty="0"/>
              <a:t>Identify patterns in cancellations, no-shows, and hotels experiencing higher booking issues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1741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4E6B3-AF5B-4C2F-854E-FB8D35551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6955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Dataset &amp; Database Overview</a:t>
            </a: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B6756-0612-33CC-7BC1-CC939DFB5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31B75C-367C-224A-8C87-41096443B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6" y="1110342"/>
            <a:ext cx="12161294" cy="576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893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555A7-BEDC-EA5E-F166-7EFC96E28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57" y="97971"/>
            <a:ext cx="11016343" cy="15566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ER Diagram &amp; Database Structure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B8E4B-5E01-C3FC-F953-F34795637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629" y="1251857"/>
            <a:ext cx="11342914" cy="486591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u="sng" dirty="0"/>
              <a:t>Main Relationships</a:t>
            </a:r>
          </a:p>
          <a:p>
            <a:pPr marL="114300" indent="0">
              <a:buNone/>
            </a:pPr>
            <a:endParaRPr lang="en-IN" b="1" u="sng" dirty="0"/>
          </a:p>
          <a:p>
            <a:pPr lvl="0"/>
            <a:r>
              <a:rPr lang="en-IN" b="1" dirty="0"/>
              <a:t>Guests → Bookings</a:t>
            </a:r>
            <a:r>
              <a:rPr lang="en-IN" dirty="0"/>
              <a:t> — Guests can make multiple bookings. </a:t>
            </a:r>
          </a:p>
          <a:p>
            <a:pPr lvl="0"/>
            <a:r>
              <a:rPr lang="en-IN" b="1" dirty="0"/>
              <a:t>Hotels → Bookings</a:t>
            </a:r>
            <a:r>
              <a:rPr lang="en-IN" dirty="0"/>
              <a:t> — Each booking belongs to a hotel. </a:t>
            </a:r>
          </a:p>
          <a:p>
            <a:pPr lvl="0"/>
            <a:r>
              <a:rPr lang="en-IN" b="1" dirty="0"/>
              <a:t>Hotels → Rooms</a:t>
            </a:r>
            <a:r>
              <a:rPr lang="en-IN" dirty="0"/>
              <a:t> — Each hotel has multiple rooms. </a:t>
            </a:r>
          </a:p>
          <a:p>
            <a:pPr lvl="0"/>
            <a:r>
              <a:rPr lang="en-IN" b="1" dirty="0"/>
              <a:t>Bookings → Stays</a:t>
            </a:r>
            <a:r>
              <a:rPr lang="en-IN" dirty="0"/>
              <a:t> — Bookings are connected to actual stays. </a:t>
            </a:r>
          </a:p>
          <a:p>
            <a:pPr lvl="0"/>
            <a:r>
              <a:rPr lang="en-IN" b="1" dirty="0"/>
              <a:t>Rooms → Stays</a:t>
            </a:r>
            <a:r>
              <a:rPr lang="en-IN" dirty="0"/>
              <a:t> — A room is assigned to a stay. </a:t>
            </a:r>
          </a:p>
          <a:p>
            <a:pPr lvl="0"/>
            <a:r>
              <a:rPr lang="en-IN" b="1" dirty="0"/>
              <a:t>Staff → Stays</a:t>
            </a:r>
            <a:r>
              <a:rPr lang="en-IN" dirty="0"/>
              <a:t> — Staff members handle guest stays.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5339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E1754-27B2-A8E5-A0D4-3E53DAA3F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Constraints: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A362F-1A57-EFC4-C3CA-14B051C44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u="sng" dirty="0"/>
              <a:t>Primary Keys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guest_id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hotel_id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room_id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booking_id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stay_id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staff_id </a:t>
            </a:r>
          </a:p>
          <a:p>
            <a:pPr marL="11430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164A34-F980-692B-A5EC-19A8B04CAD9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b="1" u="sng" dirty="0"/>
              <a:t>Foreign Keys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Bookings → guest_id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Bookings → hotel_id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Rooms → hotel_id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Stays → booking_id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Stays → room_id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Stays → staff_id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2610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186E5C-5F6A-AC03-4FE8-4BF5695494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3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58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1494-2167-AAF9-EDDE-04A7886E7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3" y="365125"/>
            <a:ext cx="11081657" cy="63636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Basic Analysis: SQL Check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C4F92-E768-6E24-922C-D4B0A5D59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172EA-B55C-F61A-FAA0-CC1775A0BB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0" y="0"/>
            <a:ext cx="5257800" cy="6302829"/>
          </a:xfrm>
        </p:spPr>
        <p:txBody>
          <a:bodyPr/>
          <a:lstStyle/>
          <a:p>
            <a:pPr marL="114300" indent="0">
              <a:buNone/>
            </a:pPr>
            <a:r>
              <a:rPr lang="en-IN" dirty="0"/>
              <a:t>   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7D0CE4-BA4F-D25A-4F2D-2B2F8188F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57" y="1219201"/>
            <a:ext cx="5910943" cy="53775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76E802-ABCB-7362-6D89-4EB44C876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92531"/>
            <a:ext cx="2128157" cy="11157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029038-74DC-7E55-708D-26B33B81C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394960"/>
            <a:ext cx="2032911" cy="14292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3E77C7-6EE3-8482-9F49-B7694646E4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068" y="3096758"/>
            <a:ext cx="2032911" cy="110214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DD538C-702B-59DB-2E91-5FADE86146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5829" y="4619822"/>
            <a:ext cx="1902282" cy="155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388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272F5-AD01-1F1F-81CE-72FE3C9B4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5057" y="109862"/>
            <a:ext cx="6923314" cy="648688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F2475-DCFA-1D87-E9BA-EFA76E757CA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5999" y="0"/>
            <a:ext cx="5540829" cy="6176963"/>
          </a:xfrm>
        </p:spPr>
        <p:txBody>
          <a:bodyPr/>
          <a:lstStyle/>
          <a:p>
            <a:pPr marL="114300" indent="0">
              <a:buNone/>
            </a:pPr>
            <a:r>
              <a:rPr lang="en-IN" dirty="0"/>
              <a:t>  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9F39486-9BEF-A5F9-F33A-2E1000FB2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57" y="109862"/>
            <a:ext cx="6923314" cy="30662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1913BEA-6840-3416-B416-1CC43DF75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326" y="681037"/>
            <a:ext cx="2808515" cy="192154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1DB3CB0-0C03-0469-57CF-C503F53CCE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6327" y="4255416"/>
            <a:ext cx="2808514" cy="195922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97EFACD-B71C-5053-17C4-61F2B95CB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056" y="3428999"/>
            <a:ext cx="6923313" cy="31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73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C057CD-DBCE-0F68-D9B8-F9884979D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2" y="0"/>
            <a:ext cx="121576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5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056A5D-FDF5-EAAE-B65E-58A9D0A7E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B76ABC-0BDF-78B6-0B7E-0B286C34B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075714" cy="581183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9880B1-2B11-D8B8-C5E7-3F9E15B3793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365125"/>
            <a:ext cx="5181600" cy="581183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C520F-3054-447C-C509-3907B49A2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65125"/>
            <a:ext cx="10515600" cy="28570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662122-69F0-F042-D45A-4F7D77F38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992" y="3271044"/>
            <a:ext cx="10369807" cy="285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14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9DC8D3-BB37-ABA6-3CE8-8AF7485E2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4800"/>
            <a:ext cx="10537371" cy="562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51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B8766-DD21-4272-90AF-501F3C0F3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71" y="87087"/>
            <a:ext cx="11103429" cy="919681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Analysis Of Objectives: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99948-3E13-1392-23C7-7ED6E760C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371" y="1186543"/>
            <a:ext cx="6683829" cy="546462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256FC6-C70C-70DD-EFD1-E41F71799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058" y="1426029"/>
            <a:ext cx="4049486" cy="2438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8648C0-A662-ADEB-FE66-5829F5131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058" y="4365171"/>
            <a:ext cx="3766456" cy="18117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B84008-9503-EA58-6EE9-0FC75C3AC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70" y="1186543"/>
            <a:ext cx="6683829" cy="546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582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E573-B01E-8699-3950-A77C147BB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2192000" cy="6781800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1D2914-ED88-FEC9-75B7-CD08E66AD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128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DF0E-0B4B-B9F7-B6CF-2D4329214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Performance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56D99-1E7C-3D9A-BF2F-2641451D8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IN" dirty="0"/>
              <a:t>Joining related tables provides a </a:t>
            </a:r>
            <a:r>
              <a:rPr lang="en-IN" b="1" dirty="0"/>
              <a:t>360° view of hotel operations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Guest–booking analysis supports </a:t>
            </a:r>
            <a:r>
              <a:rPr lang="en-IN" b="1" dirty="0"/>
              <a:t>customer retention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Hotel–booking and room–booking analysis supports </a:t>
            </a:r>
            <a:r>
              <a:rPr lang="en-IN" b="1" dirty="0"/>
              <a:t>demand and revenue planning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Booking–stay analysis helps identify </a:t>
            </a:r>
            <a:r>
              <a:rPr lang="en-IN" b="1" dirty="0"/>
              <a:t>cancellations, no-shows and stay outcomes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Staff–stay analysis supports </a:t>
            </a:r>
            <a:r>
              <a:rPr lang="en-IN" b="1" dirty="0"/>
              <a:t>workload management and staff performance evaluation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Room–stay analysis helps improve </a:t>
            </a:r>
            <a:r>
              <a:rPr lang="en-IN" b="1" dirty="0"/>
              <a:t>room utilization and operational efficiency</a:t>
            </a:r>
            <a:r>
              <a:rPr lang="en-IN" dirty="0"/>
              <a:t>. </a:t>
            </a:r>
          </a:p>
          <a:p>
            <a:pPr marL="114300" indent="0">
              <a:buNone/>
            </a:pPr>
            <a:r>
              <a:rPr lang="en-IN" dirty="0"/>
              <a:t>These decisions align with the project's objectives around booking demand, guest behaviour, stay performance, staff/room utilization, and booking/stay problems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627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FA134-1B68-7F23-E5B0-E489D0623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rgbClr val="FF0000"/>
                </a:solidFill>
              </a:rPr>
              <a:t>Overall Key Findings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16BA6-5055-A363-9037-E2D77BDA4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900"/>
              </a:spcAft>
              <a:defRPr sz="1700">
                <a:solidFill>
                  <a:srgbClr val="282828"/>
                </a:solidFill>
              </a:defRPr>
            </a:pPr>
            <a:r>
              <a:rPr lang="en-US" sz="2400" dirty="0"/>
              <a:t>Demand is concentrated in the leading channel (Website) and requested room type (Standard).</a:t>
            </a:r>
          </a:p>
          <a:p>
            <a:pPr>
              <a:spcAft>
                <a:spcPts val="900"/>
              </a:spcAft>
              <a:defRPr sz="1700">
                <a:solidFill>
                  <a:srgbClr val="282828"/>
                </a:solidFill>
              </a:defRPr>
            </a:pPr>
            <a:r>
              <a:rPr lang="en-US" sz="2400" dirty="0"/>
              <a:t>  StayPoint Kolkata Residency has the highest booking volume among hotels. Guest-level analysis identifies repeat / high-value guests for retention opportunities.</a:t>
            </a:r>
          </a:p>
          <a:p>
            <a:pPr>
              <a:spcAft>
                <a:spcPts val="900"/>
              </a:spcAft>
              <a:defRPr sz="1700">
                <a:solidFill>
                  <a:srgbClr val="282828"/>
                </a:solidFill>
              </a:defRPr>
            </a:pPr>
            <a:r>
              <a:rPr lang="en-US" sz="2400" dirty="0"/>
              <a:t>Stay outcomes and service requests provide operational signals beyond booking volume.</a:t>
            </a:r>
          </a:p>
          <a:p>
            <a:pPr>
              <a:spcAft>
                <a:spcPts val="900"/>
              </a:spcAft>
              <a:defRPr sz="1700">
                <a:solidFill>
                  <a:srgbClr val="282828"/>
                </a:solidFill>
              </a:defRPr>
            </a:pPr>
            <a:r>
              <a:rPr lang="en-US" sz="2400" dirty="0"/>
              <a:t>  StayPoint Kochi Palace has the highest cancellation/no-show problem rate in this analysis.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060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B0778-25D4-BB31-F472-BEBCCEBC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>
                <a:solidFill>
                  <a:srgbClr val="FF0000"/>
                </a:solidFill>
              </a:rPr>
              <a:t>Business Recommendations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2A722-F9A5-871D-5365-F52F9FF36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80457"/>
            <a:ext cx="10515600" cy="4696506"/>
          </a:xfrm>
        </p:spPr>
        <p:txBody>
          <a:bodyPr>
            <a:normAutofit lnSpcReduction="10000"/>
          </a:bodyPr>
          <a:lstStyle/>
          <a:p>
            <a:pPr>
              <a:spcAft>
                <a:spcPts val="900"/>
              </a:spcAft>
              <a:defRPr sz="1600">
                <a:solidFill>
                  <a:srgbClr val="282828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Strengthen the highest-performing booking channel while testing targeted offers in lower-performing channels.</a:t>
            </a:r>
          </a:p>
          <a:p>
            <a:pPr>
              <a:spcAft>
                <a:spcPts val="900"/>
              </a:spcAft>
              <a:defRPr sz="1600">
                <a:solidFill>
                  <a:srgbClr val="282828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Plan room inventory and pricing around high-demand hotels and the most requested room types.</a:t>
            </a:r>
          </a:p>
          <a:p>
            <a:pPr>
              <a:spcAft>
                <a:spcPts val="900"/>
              </a:spcAft>
              <a:defRPr sz="1600">
                <a:solidFill>
                  <a:srgbClr val="282828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Create retention offers for repeat and high-value guests using booking frequency and total spend.</a:t>
            </a:r>
          </a:p>
          <a:p>
            <a:pPr>
              <a:spcAft>
                <a:spcPts val="900"/>
              </a:spcAft>
              <a:defRPr sz="1600">
                <a:solidFill>
                  <a:srgbClr val="282828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Investigate hotels with high cancellation/no-show rates by channel, room type, guest type and time.</a:t>
            </a:r>
          </a:p>
          <a:p>
            <a:pPr>
              <a:spcAft>
                <a:spcPts val="900"/>
              </a:spcAft>
              <a:defRPr sz="1600">
                <a:solidFill>
                  <a:srgbClr val="282828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Use service-request volume and staff workload to improve staffing allocation and response processeTrack these KPIs monthly to measure whether operational changes reduce problem rates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9336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757C1-FD0C-6FE0-4F73-C817F7900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rgbClr val="FF0000"/>
                </a:solidFill>
              </a:rPr>
              <a:t>Conclusion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FEBC6-F089-7EDA-3494-AFF10B536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0714"/>
            <a:ext cx="10515600" cy="4724400"/>
          </a:xfrm>
        </p:spPr>
        <p:txBody>
          <a:bodyPr>
            <a:normAutofit lnSpcReduction="10000"/>
          </a:bodyPr>
          <a:lstStyle/>
          <a:p>
            <a:pPr>
              <a:spcAft>
                <a:spcPts val="900"/>
              </a:spcAft>
              <a:defRPr sz="1800">
                <a:solidFill>
                  <a:srgbClr val="282828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The six relational datasets provide a practical view of the hotel reservation lifecycle.</a:t>
            </a:r>
          </a:p>
          <a:p>
            <a:pPr>
              <a:spcAft>
                <a:spcPts val="900"/>
              </a:spcAft>
              <a:defRPr sz="1800">
                <a:solidFill>
                  <a:srgbClr val="282828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SQL analysis turns booking, guest, room, staff and stay records into measurable business indicators.</a:t>
            </a:r>
          </a:p>
          <a:p>
            <a:pPr>
              <a:spcAft>
                <a:spcPts val="900"/>
              </a:spcAft>
              <a:defRPr sz="1800">
                <a:solidFill>
                  <a:srgbClr val="282828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Key opportunities are demand planning, guest retention, workload management.</a:t>
            </a:r>
          </a:p>
          <a:p>
            <a:pPr>
              <a:spcAft>
                <a:spcPts val="900"/>
              </a:spcAft>
              <a:defRPr sz="1800">
                <a:solidFill>
                  <a:srgbClr val="282828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These insights can support better resource allocation, operational planning, customer service  and management decisions.</a:t>
            </a:r>
          </a:p>
          <a:p>
            <a:pPr>
              <a:spcAft>
                <a:spcPts val="900"/>
              </a:spcAft>
              <a:defRPr sz="1800">
                <a:solidFill>
                  <a:srgbClr val="282828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Overall, the project demonstrates how SQL-driven data analysis can transform hotel reservation data into actionable business insights, improve efficiency and enhance the overall guest experience.</a:t>
            </a:r>
          </a:p>
          <a:p>
            <a:pPr marL="114300" indent="0">
              <a:spcAft>
                <a:spcPts val="900"/>
              </a:spcAft>
              <a:buNone/>
              <a:defRPr sz="1800">
                <a:solidFill>
                  <a:srgbClr val="282828"/>
                </a:solidFill>
              </a:defRPr>
            </a:pPr>
            <a:endParaRPr lang="en-US" sz="2400" dirty="0">
              <a:solidFill>
                <a:schemeClr val="tx1"/>
              </a:solidFill>
            </a:endParaRPr>
          </a:p>
          <a:p>
            <a:pPr marL="114300" indent="0">
              <a:spcAft>
                <a:spcPts val="900"/>
              </a:spcAft>
              <a:buNone/>
              <a:defRPr sz="1800">
                <a:solidFill>
                  <a:srgbClr val="282828"/>
                </a:solidFill>
              </a:defRPr>
            </a:pPr>
            <a:endParaRPr lang="en-IN" sz="1800" dirty="0">
              <a:solidFill>
                <a:srgbClr val="2828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274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878</Words>
  <Application>Microsoft Office PowerPoint</Application>
  <PresentationFormat>Widescreen</PresentationFormat>
  <Paragraphs>97</Paragraphs>
  <Slides>22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Georgia</vt:lpstr>
      <vt:lpstr>Calibri</vt:lpstr>
      <vt:lpstr>Libre Baskerville</vt:lpstr>
      <vt:lpstr>Lato Black</vt:lpstr>
      <vt:lpstr>Office Theme</vt:lpstr>
      <vt:lpstr>PowerPoint Presentation</vt:lpstr>
      <vt:lpstr>PowerPoint Presentation</vt:lpstr>
      <vt:lpstr>Table of contents </vt:lpstr>
      <vt:lpstr>Project Overview</vt:lpstr>
      <vt:lpstr>Business Scenario </vt:lpstr>
      <vt:lpstr>Business Objectives </vt:lpstr>
      <vt:lpstr>Dataset &amp; Database Overview</vt:lpstr>
      <vt:lpstr>ER Diagram &amp; Database Structure </vt:lpstr>
      <vt:lpstr>Database Constraints:</vt:lpstr>
      <vt:lpstr>PowerPoint Presentation</vt:lpstr>
      <vt:lpstr>Basic Analysis: SQL Check</vt:lpstr>
      <vt:lpstr>PowerPoint Presentation</vt:lpstr>
      <vt:lpstr>PowerPoint Presentation</vt:lpstr>
      <vt:lpstr>PowerPoint Presentation</vt:lpstr>
      <vt:lpstr>PowerPoint Presentation</vt:lpstr>
      <vt:lpstr>Analysis Of Objectives:</vt:lpstr>
      <vt:lpstr>PowerPoint Presentation</vt:lpstr>
      <vt:lpstr>Performance Analysis</vt:lpstr>
      <vt:lpstr>Overall Key Findings </vt:lpstr>
      <vt:lpstr>Business Recommendations 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Shravanya Buddamoni</cp:lastModifiedBy>
  <cp:revision>10</cp:revision>
  <dcterms:created xsi:type="dcterms:W3CDTF">2021-02-16T05:19:01Z</dcterms:created>
  <dcterms:modified xsi:type="dcterms:W3CDTF">2026-09-09T05:15:21Z</dcterms:modified>
</cp:coreProperties>
</file>